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AI 在零售業的應用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49807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DCE6FF"/>
                </a:solidFill>
              </a:rPr>
              <a:t>從需求預測到智慧販賣機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AI 應用概述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49807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DCE6FF"/>
                </a:solidFill>
              </a:rPr>
              <a:t>．需求預測
．推薦系統
．自動補貨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需求預測流程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49807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DCE6FF"/>
                </a:solidFill>
              </a:rPr>
              <a:t>1. 資料蒐集
2. 資料清洗
3. 模型訓練
4. 上線部署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案例：智慧販賣機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49807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DCE6FF"/>
                </a:solidFill>
              </a:rPr>
              <a:t>依據天氣、時間與銷售紀錄，自動推薦與補貨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結語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49807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DCE6FF"/>
                </a:solidFill>
              </a:rPr>
              <a:t>AI 正在改變零售業的營運模式與顧客體驗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